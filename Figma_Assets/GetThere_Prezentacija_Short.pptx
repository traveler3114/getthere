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THERE_MASTER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968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286000"/>
            <a:ext cx="3657600" cy="1371600"/>
          </a:xfrm>
          <a:prstGeom prst="rect">
            <a:avLst/>
          </a:prstGeom>
          <a:solidFill>
            <a:srgbClr val="009688">
              <a:alpha val="20000"/>
            </a:srgbClr>
          </a:solidFill>
          <a:ln w="25400">
            <a:solidFill>
              <a:srgbClr val="009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00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GetThere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09688"/>
                </a:solidFill>
              </a:rPr>
              <a:t>DIZAJN SUSTAVA MOBILNOSTI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12B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Koncept i Vizija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9688"/>
                </a:solidFill>
              </a:rPr>
              <a:t>Digitalni novčanik, trgovina i planiranje u jednom.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Glavni cilj dizajna je stvoriti pregledno i dosljedno sučelje koje korisnik može lako razumjeti bez obzira na to nalazi li se u profilu, shopu ili mapi.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4114800"/>
          </a:xfrm>
          <a:prstGeom prst="roundRect">
            <a:avLst/>
          </a:prstGeom>
          <a:solidFill>
            <a:srgbClr val="1A1D23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3200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[VIZUALNI PREGLED]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Vizualni identitet: Boje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657600"/>
          </a:xfrm>
          <a:prstGeom prst="roundRect">
            <a:avLst>
              <a:gd name="adj" fmla="val 7143"/>
            </a:avLst>
          </a:prstGeom>
          <a:solidFill>
            <a:srgbClr val="1A1D2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1828800" cy="182880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Teal Accent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Aktivna stanja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657600"/>
          </a:xfrm>
          <a:prstGeom prst="roundRect">
            <a:avLst>
              <a:gd name="adj" fmla="val 7143"/>
            </a:avLst>
          </a:prstGeom>
          <a:solidFill>
            <a:srgbClr val="1A1D23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512BD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Deep Purple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Brendiranje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3657600"/>
          </a:xfrm>
          <a:prstGeom prst="roundRect">
            <a:avLst>
              <a:gd name="adj" fmla="val 7143"/>
            </a:avLst>
          </a:prstGeom>
          <a:solidFill>
            <a:srgbClr val="1A1D2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828800"/>
            <a:ext cx="1828800" cy="18288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Amber Glow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Upozorenja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560320" cy="3657600"/>
          </a:xfrm>
          <a:prstGeom prst="roundRect">
            <a:avLst>
              <a:gd name="adj" fmla="val 7143"/>
            </a:avLst>
          </a:prstGeom>
          <a:solidFill>
            <a:srgbClr val="1A1D23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0" y="1828800"/>
            <a:ext cx="1828800" cy="1828800"/>
          </a:xfrm>
          <a:prstGeom prst="ellipse">
            <a:avLst/>
          </a:prstGeom>
          <a:solidFill>
            <a:srgbClr val="0A0C1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Dark Navy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Pozadina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Vizualni identitet: Tipografija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Inter font obitelj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9688"/>
                </a:solidFill>
              </a:rPr>
              <a:t>AB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Inter Bold (800)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A3B8"/>
                </a:solidFill>
              </a:rPr>
              <a:t>Inter SemiBold (600)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Inter Regular (400)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User Experience (UX)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0058400" cy="0"/>
          </a:xfrm>
          <a:prstGeom prst="line">
            <a:avLst/>
          </a:prstGeom>
          <a:noFill/>
          <a:ln w="25400">
            <a:solidFill>
              <a:srgbClr val="00968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Istraživanje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6576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Persona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36576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Flow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44000" y="2926080"/>
            <a:ext cx="548640" cy="548640"/>
          </a:xfrm>
          <a:prstGeom prst="ellipse">
            <a:avLst/>
          </a:prstGeom>
          <a:solidFill>
            <a:srgbClr val="00968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36576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Testiranje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Fokus dizajna je na osjećaju jasnoće, brzine i povjerenja tijekom korištenja aplikacije.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C10"/>
                </a:solidFill>
              </a:rPr>
              <a:t>Svijetla 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688"/>
                </a:solidFill>
              </a:rPr>
              <a:t>Tamna 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41148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371600"/>
            <a:ext cx="4114800" cy="4572000"/>
          </a:xfrm>
          <a:prstGeom prst="roundRect">
            <a:avLst/>
          </a:prstGeom>
          <a:solidFill>
            <a:srgbClr val="1A1D23"/>
          </a:solidFill>
          <a:ln w="25400">
            <a:solidFill>
              <a:srgbClr val="0096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Zasloni: Profil i Shop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4572000"/>
          </a:xfrm>
          <a:prstGeom prst="rect">
            <a:avLst>
              <a:gd name="adj" fmla="val 4000"/>
            </a:avLst>
          </a:prstGeom>
          <a:solidFill>
            <a:srgbClr val="1A1D2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371600"/>
            <a:ext cx="5029200" cy="4572000"/>
          </a:xfrm>
          <a:prstGeom prst="rect">
            <a:avLst>
              <a:gd name="adj" fmla="val 4000"/>
            </a:avLst>
          </a:prstGeom>
          <a:solidFill>
            <a:srgbClr val="1A1D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0350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Wallet &amp; Account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0" y="60350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Operator Cards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Zasloni: Karte i Mapa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solidFill>
            <a:srgbClr val="1A1D23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4B5563"/>
                </a:solidFill>
              </a:rPr>
              <a:t>[PREGLED KARATA I MAPE]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9688"/>
                </a:solidFill>
              </a:rPr>
              <a:t>Tehničke Specifikacije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004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6576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1148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5720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0292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486400"/>
            <a:ext cx="1097280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28800"/>
            <a:ext cx="2743200" cy="914400"/>
          </a:xfrm>
          <a:prstGeom prst="roundRect">
            <a:avLst/>
          </a:prstGeom>
          <a:solidFill>
            <a:srgbClr val="009688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88"/>
                </a:solidFill>
              </a:rPr>
              <a:t>8px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Dosljednost kroz cijelu aplikaciju postignuta je strogim pridržavanjem ritma razmaka.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5486400" cy="5486400"/>
          </a:xfrm>
          <a:prstGeom prst="ellipse">
            <a:avLst/>
          </a:prstGeom>
          <a:solidFill>
            <a:srgbClr val="009688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GetThere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009688"/>
                </a:solidFill>
              </a:rPr>
              <a:t>MODERNO • STRUKTURIRANO • JEDNOSTAVNO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8006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Hvala na pažnji!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2026-04-30T21:21:25Z</dcterms:created>
  <dcterms:modified xsi:type="dcterms:W3CDTF">2026-04-30T21:21:25Z</dcterms:modified>
</cp:coreProperties>
</file>