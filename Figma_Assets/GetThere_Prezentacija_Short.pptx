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9939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TTHERE_MASTER">
    <p:bg>
      <p:bgPr>
        <a:solidFill>
          <a:srgbClr val="0A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solidFill>
            <a:srgbClr val="009688"/>
          </a:solidFill>
          <a:ln/>
        </p:spPr>
        <p:txBody>
          <a:bodyPr/>
          <a:lstStyle/>
          <a:p>
            <a:endParaRPr lang="hr-H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0" y="2400300"/>
            <a:ext cx="1219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GetThere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0" y="3566160"/>
            <a:ext cx="1219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009688"/>
                </a:solidFill>
              </a:rPr>
              <a:t>DIZAJN SUSTAVA MOBILNOSTI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512BD4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Koncept i Vizija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9688"/>
                </a:solidFill>
              </a:rPr>
              <a:t>Digitalni novčanik, trgovina i planiranje u jednom.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029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</a:rPr>
              <a:t>Glavni cilj dizajna je stvoriti pregledno i dosljedno sučelje koje korisnik može lako razumjeti bez obzira na to nalazi li se u profilu, shopu ili mapi.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9688"/>
                </a:solidFill>
              </a:rPr>
              <a:t>Vizualni identitet: Boje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3657600"/>
          </a:xfrm>
          <a:prstGeom prst="roundRect">
            <a:avLst>
              <a:gd name="adj" fmla="val 7143"/>
            </a:avLst>
          </a:prstGeom>
          <a:solidFill>
            <a:srgbClr val="1A1D23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1828800" cy="1828800"/>
          </a:xfrm>
          <a:prstGeom prst="ellipse">
            <a:avLst/>
          </a:prstGeom>
          <a:solidFill>
            <a:srgbClr val="009688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Teal Accent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Aktivna stanja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371600"/>
            <a:ext cx="2560320" cy="3657600"/>
          </a:xfrm>
          <a:prstGeom prst="roundRect">
            <a:avLst>
              <a:gd name="adj" fmla="val 7143"/>
            </a:avLst>
          </a:prstGeom>
          <a:solidFill>
            <a:srgbClr val="1A1D23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8" name="Shape 6"/>
          <p:cNvSpPr/>
          <p:nvPr/>
        </p:nvSpPr>
        <p:spPr>
          <a:xfrm>
            <a:off x="3657600" y="1828800"/>
            <a:ext cx="1828800" cy="1828800"/>
          </a:xfrm>
          <a:prstGeom prst="ellipse">
            <a:avLst/>
          </a:prstGeom>
          <a:solidFill>
            <a:srgbClr val="512BD4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9" name="Text 7"/>
          <p:cNvSpPr/>
          <p:nvPr/>
        </p:nvSpPr>
        <p:spPr>
          <a:xfrm>
            <a:off x="3291840" y="38404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Deep Purple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91840" y="4297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Brendiranje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371600"/>
            <a:ext cx="2560320" cy="3657600"/>
          </a:xfrm>
          <a:prstGeom prst="roundRect">
            <a:avLst>
              <a:gd name="adj" fmla="val 7143"/>
            </a:avLst>
          </a:prstGeom>
          <a:solidFill>
            <a:srgbClr val="1A1D23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12" name="Shape 10"/>
          <p:cNvSpPr/>
          <p:nvPr/>
        </p:nvSpPr>
        <p:spPr>
          <a:xfrm>
            <a:off x="6492240" y="1828800"/>
            <a:ext cx="1828800" cy="1828800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13" name="Text 11"/>
          <p:cNvSpPr/>
          <p:nvPr/>
        </p:nvSpPr>
        <p:spPr>
          <a:xfrm>
            <a:off x="6126480" y="38404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Amber Glow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26480" y="4297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Upozorenja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0" y="1371600"/>
            <a:ext cx="2560320" cy="3657600"/>
          </a:xfrm>
          <a:prstGeom prst="roundRect">
            <a:avLst>
              <a:gd name="adj" fmla="val 7143"/>
            </a:avLst>
          </a:prstGeom>
          <a:solidFill>
            <a:srgbClr val="1A1D23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16" name="Shape 14"/>
          <p:cNvSpPr/>
          <p:nvPr/>
        </p:nvSpPr>
        <p:spPr>
          <a:xfrm>
            <a:off x="9326880" y="1828800"/>
            <a:ext cx="1828800" cy="1828800"/>
          </a:xfrm>
          <a:prstGeom prst="ellipse">
            <a:avLst/>
          </a:prstGeom>
          <a:solidFill>
            <a:srgbClr val="0A0C10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17" name="Text 15"/>
          <p:cNvSpPr/>
          <p:nvPr/>
        </p:nvSpPr>
        <p:spPr>
          <a:xfrm>
            <a:off x="8961120" y="38404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Dark Navy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61120" y="4297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Pozadina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9688"/>
                </a:solidFill>
              </a:rPr>
              <a:t>Vizualni identitet: Tipografija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0972800" cy="18288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4" name="Text 2"/>
          <p:cNvSpPr/>
          <p:nvPr/>
        </p:nvSpPr>
        <p:spPr>
          <a:xfrm>
            <a:off x="7315200" y="5486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4B5563"/>
                </a:solidFill>
              </a:rPr>
              <a:t>Inter font obitelj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009688"/>
                </a:solidFill>
              </a:rPr>
              <a:t>AB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Inter Bold (800)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4A3B8"/>
                </a:solidFill>
              </a:rPr>
              <a:t>Inter SemiBold (600)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</a:rPr>
              <a:t>Inter Regular (400)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9688"/>
                </a:solidFill>
              </a:rPr>
              <a:t>User Experience (UX)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005840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dash"/>
          </a:ln>
        </p:spPr>
        <p:txBody>
          <a:bodyPr/>
          <a:lstStyle/>
          <a:p>
            <a:endParaRPr lang="hr-HR"/>
          </a:p>
        </p:txBody>
      </p:sp>
      <p:sp>
        <p:nvSpPr>
          <p:cNvPr id="4" name="Shape 2"/>
          <p:cNvSpPr/>
          <p:nvPr/>
        </p:nvSpPr>
        <p:spPr>
          <a:xfrm>
            <a:off x="914400" y="2926080"/>
            <a:ext cx="548640" cy="548640"/>
          </a:xfrm>
          <a:prstGeom prst="ellipse">
            <a:avLst/>
          </a:prstGeom>
          <a:solidFill>
            <a:srgbClr val="009688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914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Istraživanje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657600" y="2926080"/>
            <a:ext cx="548640" cy="548640"/>
          </a:xfrm>
          <a:prstGeom prst="ellipse">
            <a:avLst/>
          </a:prstGeom>
          <a:solidFill>
            <a:srgbClr val="009688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7" name="Text 5"/>
          <p:cNvSpPr/>
          <p:nvPr/>
        </p:nvSpPr>
        <p:spPr>
          <a:xfrm>
            <a:off x="3474720" y="3657600"/>
            <a:ext cx="914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Persona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400800" y="2926080"/>
            <a:ext cx="548640" cy="548640"/>
          </a:xfrm>
          <a:prstGeom prst="ellipse">
            <a:avLst/>
          </a:prstGeom>
          <a:solidFill>
            <a:srgbClr val="009688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9" name="Text 7"/>
          <p:cNvSpPr/>
          <p:nvPr/>
        </p:nvSpPr>
        <p:spPr>
          <a:xfrm>
            <a:off x="6217920" y="3657600"/>
            <a:ext cx="914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Flow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9144000" y="2926080"/>
            <a:ext cx="548640" cy="548640"/>
          </a:xfrm>
          <a:prstGeom prst="ellipse">
            <a:avLst/>
          </a:prstGeom>
          <a:solidFill>
            <a:srgbClr val="009688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11" name="Text 9"/>
          <p:cNvSpPr/>
          <p:nvPr/>
        </p:nvSpPr>
        <p:spPr>
          <a:xfrm>
            <a:off x="8961120" y="3657600"/>
            <a:ext cx="914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Testiranje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7200" y="50292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</a:rPr>
              <a:t>Fokus dizajna je na osjećaju jasnoće, brzine i povjerenja tijekom korištenja aplikacije.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0C10"/>
                </a:solidFill>
              </a:rPr>
              <a:t>Svijetla tema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21792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9688"/>
                </a:solidFill>
              </a:rPr>
              <a:t>Tamna 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411480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6" name="Shape 4"/>
          <p:cNvSpPr/>
          <p:nvPr/>
        </p:nvSpPr>
        <p:spPr>
          <a:xfrm>
            <a:off x="7132320" y="1371600"/>
            <a:ext cx="4114800" cy="4572000"/>
          </a:xfrm>
          <a:prstGeom prst="roundRect">
            <a:avLst/>
          </a:prstGeom>
          <a:solidFill>
            <a:srgbClr val="1A1D23"/>
          </a:solidFill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9688"/>
                </a:solidFill>
              </a:rPr>
              <a:t>Zasloni: Profil i Shop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029200" cy="4572000"/>
          </a:xfrm>
          <a:prstGeom prst="rect">
            <a:avLst/>
          </a:prstGeom>
          <a:solidFill>
            <a:srgbClr val="1A1D23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4" name="Shape 2"/>
          <p:cNvSpPr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solidFill>
            <a:srgbClr val="1A1D23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5" name="Text 3"/>
          <p:cNvSpPr/>
          <p:nvPr/>
        </p:nvSpPr>
        <p:spPr>
          <a:xfrm>
            <a:off x="457200" y="6035040"/>
            <a:ext cx="5029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Wallet &amp; Account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800" y="6035040"/>
            <a:ext cx="5029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Operator Cards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9688"/>
                </a:solidFill>
              </a:rPr>
              <a:t>Zasloni: Karte i Mapa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solidFill>
            <a:srgbClr val="1A1D23"/>
          </a:solidFill>
          <a:ln w="12700">
            <a:solidFill>
              <a:srgbClr val="512BD4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4B5563"/>
                </a:solidFill>
              </a:rPr>
              <a:t>[PREGLED KARATA I MAPE]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9688"/>
                </a:solidFill>
              </a:rPr>
              <a:t>Tehničke Specifikacije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10" name="Shape 8"/>
          <p:cNvSpPr/>
          <p:nvPr/>
        </p:nvSpPr>
        <p:spPr>
          <a:xfrm>
            <a:off x="457200" y="45720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12" name="Shape 10"/>
          <p:cNvSpPr/>
          <p:nvPr/>
        </p:nvSpPr>
        <p:spPr>
          <a:xfrm>
            <a:off x="457200" y="5486400"/>
            <a:ext cx="1097280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hr-HR"/>
          </a:p>
        </p:txBody>
      </p:sp>
      <p:sp>
        <p:nvSpPr>
          <p:cNvPr id="13" name="Shape 11"/>
          <p:cNvSpPr/>
          <p:nvPr/>
        </p:nvSpPr>
        <p:spPr>
          <a:xfrm>
            <a:off x="914400" y="1828800"/>
            <a:ext cx="2743200" cy="914400"/>
          </a:xfrm>
          <a:prstGeom prst="roundRect">
            <a:avLst/>
          </a:prstGeom>
          <a:solidFill>
            <a:srgbClr val="009688"/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14" name="Text 12"/>
          <p:cNvSpPr/>
          <p:nvPr/>
        </p:nvSpPr>
        <p:spPr>
          <a:xfrm>
            <a:off x="3749040" y="21031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688"/>
                </a:solidFill>
              </a:rPr>
              <a:t>8px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Dosljednost kroz cijelu aplikaciju postignuta je strogim pridržavanjem ritma razmaka.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371600"/>
            <a:ext cx="5486400" cy="5486400"/>
          </a:xfrm>
          <a:prstGeom prst="ellipse">
            <a:avLst/>
          </a:prstGeom>
          <a:solidFill>
            <a:srgbClr val="009688">
              <a:alpha val="10000"/>
            </a:srgbClr>
          </a:solidFill>
          <a:ln/>
        </p:spPr>
        <p:txBody>
          <a:bodyPr/>
          <a:lstStyle/>
          <a:p>
            <a:endParaRPr lang="hr-HR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</a:rPr>
              <a:t>GetThere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0" y="3086100"/>
            <a:ext cx="1219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500" dirty="0">
                <a:solidFill>
                  <a:srgbClr val="009688"/>
                </a:solidFill>
              </a:rPr>
              <a:t>MODERNO • STRUKTURIRANO • JEDNOSTAVNO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0" y="4800600"/>
            <a:ext cx="1219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FFFFFF"/>
                </a:solidFill>
              </a:rPr>
              <a:t>Hvala na pažnji!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166</Words>
  <Application>Microsoft Office PowerPoint</Application>
  <PresentationFormat>Widescreen</PresentationFormat>
  <Paragraphs>49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Luka .</cp:lastModifiedBy>
  <cp:revision>2</cp:revision>
  <dcterms:created xsi:type="dcterms:W3CDTF">2026-04-30T21:21:25Z</dcterms:created>
  <dcterms:modified xsi:type="dcterms:W3CDTF">2026-04-30T21:33:41Z</dcterms:modified>
</cp:coreProperties>
</file>